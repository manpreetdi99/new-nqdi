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79792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FASMETRICS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</a:rP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Network Quality Benchmarking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</a:rPr>
              <a:t>End-to-end mobile call analysis · LTE · GSM · SRVCC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Web +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SQL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React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Python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Why FASMETRICS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❌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Manual log review is slow &amp; error-prone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No unified view across multiple test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981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Difficult to correlate GSM/LTE signal drops with call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581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No quick way to mark &amp; filter invalid / 'fake' test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16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Radio measurements, KPIs and trace logs exist in 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Engineers spend hours in raw SQL to answer simple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669280" cy="51206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56692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</a:rPr>
              <a:t>✅  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Centralised dashboard with live SQL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41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Unified call list across collections &amp; 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9981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Time-synced radio charts with hover highlighting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5818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Automatic invalid-session detection via comment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165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Side-by-side A/B signal measurement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74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Built-in query editor for ad-hoc SQL benchmarks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Six pillars of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📋  Call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Multi-database &amp; collection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Global filter panel (accessible from any tab)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Status / Session-valid / Location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00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Color-coded rows (drop · fail · invalid · release)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6576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16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📡  Radio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LTE: RSRP / RSRQ time-series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8196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GSM: RxLev / RxQual with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A-side &amp; B-side toggle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500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SRVCC: LTE → GSM handover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14300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143000"/>
            <a:ext cx="3657600" cy="3200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216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</a:rPr>
              <a:t>🗺  Interactive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Calls plotted on GPS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8196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Click a pin to jump to Call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84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Filter by location &amp;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9476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36576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67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🏷  Smart 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Quick-select dropdown (LC/LQ/FAKE…)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714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FAKE prefix → auto set Valid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36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Change to non-FAKE → auto restore Valid =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017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Persisted to AnalysisCommentSessionsBridge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79476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794760"/>
            <a:ext cx="3657600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867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📊  KPI &amp; TraceLog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ResultsKPI table with chrono ordering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4714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FactSystemTraceLog for A+B sessions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736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Hover a row → highlight on signal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0017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MOS tooltip with individual values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794760"/>
            <a:ext cx="365760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3794760"/>
            <a:ext cx="36576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867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🛠  Query Editor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206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Run ad-hoc SQL on any connected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4714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Multi-query benchmark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7365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Execution time &amp; row count per query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0017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Collection-aware query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Full-stack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0360152" cy="118872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64008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React 18 · TypeScript · Vite · shadcn/ui · Recharts · Framer Motion · Leaflet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80360"/>
            <a:ext cx="10360152" cy="118872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80360"/>
            <a:ext cx="6400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832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Python FastAPI · pyodbc · REST endpoints · CORS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89120"/>
            <a:ext cx="10360152" cy="118872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64008" cy="1188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805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ACC15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9204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Microsoft SQL Server · Sessions · CallAnalysis · LTE/GSM Measurements · TraceLog · 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989320"/>
            <a:ext cx="10360152" cy="5943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Data flow:  Browser → Vite Dev Server → FastAPI (localhost:8000) → SQL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Call Detail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Everything about one call in one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62356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2356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Signal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RSRP / RSRQ (LTE) or RxLev / RxQual (GSM)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Show/hide individual series via checkboxes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Warning &amp; critical reference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000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Hover a table row → vertical marker on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562356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56235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16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A/B Side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Side-by-side call status table (A vs 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1965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Switch between A-side and B-side measurements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84831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SRVCC: switch between LTE and GSM networks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5000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B-side LTE summary statistics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562356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5623560" cy="3200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679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</a:rPr>
              <a:t>KPI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All KPI records for the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7141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StartTime, KPIId, ErrorCode, Values 3-5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365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Hover row → chart reference line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017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Scrollable, sticky header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794760"/>
            <a:ext cx="5623560" cy="246888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794760"/>
            <a:ext cx="5623560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679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TraceLog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062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FactSystemTraceLog for A+B sessions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7141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FullDate · Side · SessionId · Info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365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Hover sync with signal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017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Colour highlight on active 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Smart Call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Automatic Valid/Invalid management via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32004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1. Select 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Engineer picks a FAKE option
(FAKE UE STUCK · FAKE NO SYNC · FAKE EOF)
or types any comment starting with 'fake'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32004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</a:rPr>
              <a:t>2.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Frontend calls POST /api/calls/comment
with session_id + comment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32004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3. Backend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Python detects comment.lower().startswith('fake')
→ UPDATE Sessions SET Valid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71600"/>
            <a:ext cx="2743200" cy="32004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2743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4. Re-validation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If comment changed to non-fake (e.g. LC LTE)
→ UPDATE Sessions SET Valid = 1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11430000" cy="91440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846320"/>
            <a:ext cx="11430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Result: Call list auto-highlights invalid rows in red · Filter panel shows Valid/Invalid toggle · No manual DB edits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Why this tool is better than the alternatives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⚡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Instant call loading with async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Local SQL Server = zero network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Optimised queries with ordered indexes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749039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16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🎯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Direct DB reads — no data export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196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Time-synced chart ↔ table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848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Automatic session validation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3749039" cy="3200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16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</a:rPr>
              <a:t>🔒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Full control over database &amp;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8196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No third-party cloud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0848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Query editor for custom SQL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3749039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👁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Colour-coded rows for instant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25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End-of-File markers between log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90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Global filter badge shows active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3749039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3749039"/>
            <a:ext cx="3749039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🔄 Flexibility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Multi-database support in one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425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GSM / LTE / SRVCC call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690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A-side &amp; B-side independent 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749039"/>
            <a:ext cx="3749039" cy="2423160"/>
          </a:xfrm>
          <a:prstGeom prst="rect">
            <a:avLst/>
          </a:prstGeom>
          <a:solidFill>
            <a:srgbClr val="1A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3749039"/>
            <a:ext cx="3749039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🚀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Single-click from call list to detail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425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Filter panel accessible from any tab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690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Persistent settings via 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FASMETRICS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</a:rPr>
              <a:t>One platform · All calls · Full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Live SQL data — no exports, no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844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Unified view: LTE · GSM · SRVCC · A/B sides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59935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Interactive charts with hover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53542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Smart comment-based call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010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Global filter panel accessible from every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486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✔  Built-in query editor for ad-hoc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217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Stack: React · TypeScript · Python FastAPI · SQL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